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260" r:id="rId4"/>
    <p:sldId id="256" r:id="rId5"/>
    <p:sldId id="261" r:id="rId6"/>
    <p:sldId id="262" r:id="rId7"/>
    <p:sldId id="263" r:id="rId8"/>
    <p:sldId id="264" r:id="rId9"/>
    <p:sldId id="259" r:id="rId10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512" y="-3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2DB75-4734-4184-A35E-231DE5639538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770313" y="857250"/>
            <a:ext cx="16033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DB753-160E-407B-A3FB-44F99C1865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0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A7F73-1C2F-40AA-BA24-33AE95725783}" type="datetime1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80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9997-7719-4644-943A-E9A5FCD21853}" type="datetime1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9682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9F5A-5D97-4CFF-813F-2B938ABB278A}" type="datetime1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44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1119C-78EC-4C3C-BD6E-AB1878A94503}" type="datetime1">
              <a:rPr lang="fr-FR" smtClean="0"/>
              <a:t>29/09/2025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00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4C79-8C79-4AFC-83DA-AE1D59C8554A}" type="datetime1">
              <a:rPr lang="fr-FR" smtClean="0"/>
              <a:t>29/09/2025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610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E494-CCB8-4458-9D5C-D1269368A75D}" type="datetime1">
              <a:rPr lang="fr-FR" smtClean="0"/>
              <a:t>29/09/2025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14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A0F2-6F09-4B13-AC5A-1957D20B89F8}" type="datetime1">
              <a:rPr lang="fr-FR" smtClean="0"/>
              <a:t>29/09/2025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909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94FC-BFAD-4864-A088-B3A69F8E43C9}" type="datetime1">
              <a:rPr lang="fr-FR" smtClean="0"/>
              <a:t>29/09/2025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93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A104-70C2-4DC7-8BE1-4F770D594DF1}" type="datetime1">
              <a:rPr lang="fr-FR" smtClean="0"/>
              <a:t>29/09/2025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45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81BB-362E-44E9-B030-5AF00EF6F01E}" type="datetime1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954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E07FF-5ACE-4E80-8642-017B20D66958}" type="datetime1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29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43CE5-09C4-4ED9-929B-DC8110C5617D}" type="datetime1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993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B4E256-D817-2210-686F-86699B26FF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Exercice d’analyse n°2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BF66D1-CAA1-7BB4-5595-1E2AEAB1D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664456"/>
          </a:xfrm>
        </p:spPr>
        <p:txBody>
          <a:bodyPr/>
          <a:lstStyle/>
          <a:p>
            <a:r>
              <a:rPr lang="fr-FR" dirty="0"/>
              <a:t>Extraire / Numériser un document en vue de créer une application 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81BD92-DB28-A31C-CB6E-E95381CF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A9E412-61DD-F69E-EC8F-E510625B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1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54400-9CDE-DFBA-9C8C-AD22F98D716E}"/>
              </a:ext>
            </a:extLst>
          </p:cNvPr>
          <p:cNvSpPr/>
          <p:nvPr/>
        </p:nvSpPr>
        <p:spPr>
          <a:xfrm>
            <a:off x="857250" y="2400300"/>
            <a:ext cx="5113020" cy="12877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Micro Projet SARL DIMMAS</a:t>
            </a:r>
          </a:p>
        </p:txBody>
      </p:sp>
    </p:spTree>
    <p:extLst>
      <p:ext uri="{BB962C8B-B14F-4D97-AF65-F5344CB8AC3E}">
        <p14:creationId xmlns:p14="http://schemas.microsoft.com/office/powerpoint/2010/main" val="308498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684428-514C-0A95-5E18-413AEF2B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Analyser un document quelconque dans le S.I de l’entreprise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0CB90D-A190-C3C5-6B0C-39C32996F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2095006"/>
          </a:xfrm>
        </p:spPr>
        <p:txBody>
          <a:bodyPr/>
          <a:lstStyle/>
          <a:p>
            <a:pPr algn="just"/>
            <a:r>
              <a:rPr lang="fr-FR" dirty="0"/>
              <a:t>A partir du document en page suivante,</a:t>
            </a:r>
          </a:p>
          <a:p>
            <a:pPr algn="just"/>
            <a:r>
              <a:rPr lang="fr-FR" dirty="0"/>
              <a:t>Pensez-vous qu’il est possible de le numériser : le transformer en application ?</a:t>
            </a:r>
          </a:p>
          <a:p>
            <a:pPr algn="just"/>
            <a:r>
              <a:rPr lang="fr-FR" dirty="0"/>
              <a:t>Tout d’abord ne faudrait-il pas l’analyser afin de définir les entités (freestyle…)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69710B-F58F-1811-5CC4-09AAAA6C4CC6}"/>
              </a:ext>
            </a:extLst>
          </p:cNvPr>
          <p:cNvSpPr/>
          <p:nvPr/>
        </p:nvSpPr>
        <p:spPr>
          <a:xfrm>
            <a:off x="471488" y="4953000"/>
            <a:ext cx="6104572" cy="37185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dirty="0"/>
              <a:t>Combien de documents, en tout genre, sont créés par une entreprise ? Combien de ces documents sont « automatisables » et donc possibles de les rendre « dynamique » afin de les dupliquer à volonté… « façon webisée… » ? 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Outre l’I.A (en mesure en effet de réaliser ces quelques tâches… ), le développeur est un ANALYSTE en puissance, LA personne en mesure de permettre la transformation digitale d’une entreprise !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En plus de la progression de l’I.A cette transformation digitale ne fera que s’accélérer en des temps records…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A698B1-43CF-4EE2-5A43-FDE48BCF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79717E-E506-FD6C-6310-C00C0725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39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97FAF3-4D0D-B69C-7A72-8066FF97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Applications ? gestion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E13787-8AC6-F7A5-154F-16296D5D7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4289566"/>
          </a:xfrm>
        </p:spPr>
        <p:txBody>
          <a:bodyPr/>
          <a:lstStyle/>
          <a:p>
            <a:r>
              <a:rPr lang="fr-FR" b="1" dirty="0">
                <a:highlight>
                  <a:srgbClr val="FFFF00"/>
                </a:highlight>
              </a:rPr>
              <a:t>ERP</a:t>
            </a:r>
            <a:r>
              <a:rPr lang="fr-FR" dirty="0"/>
              <a:t> : Entreprise Ressource Planning =&gt; « tout en un » : CRM, Logistique, Comptabilité, Spécialité métier (formation, BTP, santé…),  =&gt; ODOO ERP (PHP)</a:t>
            </a:r>
          </a:p>
          <a:p>
            <a:r>
              <a:rPr lang="fr-FR" b="1" dirty="0">
                <a:highlight>
                  <a:srgbClr val="FFFF00"/>
                </a:highlight>
              </a:rPr>
              <a:t>CRM</a:t>
            </a:r>
            <a:r>
              <a:rPr lang="fr-FR" dirty="0"/>
              <a:t> : Customer Relation Management =&gt; Portefeuille client / prospect, =&gt; Devis, facture, contrat client  =PGI ?</a:t>
            </a:r>
          </a:p>
          <a:p>
            <a:r>
              <a:rPr lang="fr-FR" b="1" dirty="0">
                <a:highlight>
                  <a:srgbClr val="FFFF00"/>
                </a:highlight>
              </a:rPr>
              <a:t>PGI</a:t>
            </a:r>
            <a:r>
              <a:rPr lang="fr-FR" dirty="0"/>
              <a:t> : Progiciel de gestion intégré (EBP, CEGID, SAGE…)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DEV APP (Concepteur logiciel) / DEV </a:t>
            </a:r>
            <a:r>
              <a:rPr lang="fr-FR" dirty="0" err="1"/>
              <a:t>WWMobile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A60490-9E36-252B-A083-2E92C824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C5E586-7096-EADE-5225-0BC6B4C5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79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33A8445-8918-538C-1BFA-CBB58202F3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014"/>
          <a:stretch>
            <a:fillRect/>
          </a:stretch>
        </p:blipFill>
        <p:spPr>
          <a:xfrm>
            <a:off x="14944" y="63584"/>
            <a:ext cx="6828112" cy="126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0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5BD4-4602-5689-755D-739453119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86EA74A-C985-FE0F-73B7-9DD122197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59" t="39137" r="23524" b="8123"/>
          <a:stretch>
            <a:fillRect/>
          </a:stretch>
        </p:blipFill>
        <p:spPr>
          <a:xfrm>
            <a:off x="160020" y="5560142"/>
            <a:ext cx="6377940" cy="4219229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627A2DF5-8663-03F7-E9F7-F0F4E766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CB2F1D75-1488-32AB-5060-318F19AC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5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E7D68EC-44C7-893D-2288-B6B21936B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6" y="2169935"/>
            <a:ext cx="6834208" cy="556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21D6AC-A32D-C2BB-BEAD-E0F9DDD13E28}"/>
              </a:ext>
            </a:extLst>
          </p:cNvPr>
          <p:cNvSpPr/>
          <p:nvPr/>
        </p:nvSpPr>
        <p:spPr>
          <a:xfrm>
            <a:off x="0" y="3651250"/>
            <a:ext cx="3752850" cy="1035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68BE8D-A663-36A6-5D22-B478FBF9F7CD}"/>
              </a:ext>
            </a:extLst>
          </p:cNvPr>
          <p:cNvSpPr/>
          <p:nvPr/>
        </p:nvSpPr>
        <p:spPr>
          <a:xfrm>
            <a:off x="3873500" y="3651250"/>
            <a:ext cx="2774950" cy="1035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004FAF-D0E2-57FF-9920-791B148E498C}"/>
              </a:ext>
            </a:extLst>
          </p:cNvPr>
          <p:cNvSpPr/>
          <p:nvPr/>
        </p:nvSpPr>
        <p:spPr>
          <a:xfrm>
            <a:off x="152400" y="4165600"/>
            <a:ext cx="2413000" cy="1802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94941-FE4C-92AF-B30C-E8AE1B4F9358}"/>
              </a:ext>
            </a:extLst>
          </p:cNvPr>
          <p:cNvSpPr/>
          <p:nvPr/>
        </p:nvSpPr>
        <p:spPr>
          <a:xfrm>
            <a:off x="88900" y="4756140"/>
            <a:ext cx="6577330" cy="3136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4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78B0-FBE0-11A0-852D-E354F5E4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9C17377-230F-74DF-0052-9D57ED7039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59" t="39137" r="23524" b="8123"/>
          <a:stretch>
            <a:fillRect/>
          </a:stretch>
        </p:blipFill>
        <p:spPr>
          <a:xfrm>
            <a:off x="160020" y="5560142"/>
            <a:ext cx="6377940" cy="4219229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7E966325-397A-E33A-50D4-AFB6F9283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E0351A4D-51C0-2B0B-01D6-21D318B8A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6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B218BD2-46D8-10E8-DAB4-B50AEE60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8" y="858533"/>
            <a:ext cx="6828112" cy="556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58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3557-4C60-A11F-92A4-F7F1ADF0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F2B3F60-8564-FB96-076F-22843655C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59" t="39137" r="23524" b="8123"/>
          <a:stretch>
            <a:fillRect/>
          </a:stretch>
        </p:blipFill>
        <p:spPr>
          <a:xfrm>
            <a:off x="160020" y="5560142"/>
            <a:ext cx="6377940" cy="4219229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F44B55A0-5846-A84D-74CE-7933C4D1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85C029D-1EDF-4C81-863C-508E583A5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7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1185C9F-2A92-43F9-972F-AE8D56EEE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4" y="2172983"/>
            <a:ext cx="6828112" cy="556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2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9FA4-12E9-5038-C793-A9078A48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64FD854-0CDB-F9B5-7CD7-C7E1F3AFD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59" t="39137" r="23524" b="8123"/>
          <a:stretch>
            <a:fillRect/>
          </a:stretch>
        </p:blipFill>
        <p:spPr>
          <a:xfrm>
            <a:off x="160020" y="5560142"/>
            <a:ext cx="6377940" cy="4219229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07CDE15-FAA3-6D7E-5CA5-D46CFCC4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776DBD6-9820-A71C-1903-B9EB83F4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8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C0B6032-F8D9-24FE-C862-05D3E2A58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28112" cy="556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9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E4E24D-9A96-A9F7-628C-33B1A4309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Taches à réaliser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4BEB41-8DB9-9D41-EDD1-768FD19D7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3017026"/>
          </a:xfrm>
        </p:spPr>
        <p:txBody>
          <a:bodyPr/>
          <a:lstStyle/>
          <a:p>
            <a:pPr algn="just"/>
            <a:r>
              <a:rPr lang="fr-FR" dirty="0"/>
              <a:t>Extraire du précédent document :</a:t>
            </a:r>
          </a:p>
          <a:p>
            <a:pPr lvl="1" algn="just"/>
            <a:r>
              <a:rPr lang="fr-FR" dirty="0"/>
              <a:t>Dictionnaire de données,</a:t>
            </a:r>
          </a:p>
          <a:p>
            <a:pPr lvl="1" algn="just"/>
            <a:r>
              <a:rPr lang="fr-FR" dirty="0"/>
              <a:t>Entités,</a:t>
            </a:r>
          </a:p>
          <a:p>
            <a:pPr lvl="1" algn="just"/>
            <a:r>
              <a:rPr lang="fr-FR" dirty="0"/>
              <a:t>Eléments U.I (balise html…, form,…) : globalement comment on pourrait permettre de créer au moins 1 facture ou devis à une personne de l’entreprise…</a:t>
            </a:r>
          </a:p>
          <a:p>
            <a:pPr algn="just"/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DD29A6-A0B1-2508-E993-64679F89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D4BA7B-7E01-0C76-073E-26A6DFB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6319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341</Words>
  <Application>Microsoft Office PowerPoint</Application>
  <PresentationFormat>Format A4 (210 x 297 mm)</PresentationFormat>
  <Paragraphs>40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Exercice d’analyse n°2</vt:lpstr>
      <vt:lpstr>Analyser un document quelconque dans le S.I de l’entreprise ?</vt:lpstr>
      <vt:lpstr>Applications ? gestion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Taches à réaliser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MONTET</dc:creator>
  <cp:lastModifiedBy>Stephane MONTET</cp:lastModifiedBy>
  <cp:revision>11</cp:revision>
  <dcterms:created xsi:type="dcterms:W3CDTF">2025-09-22T14:46:36Z</dcterms:created>
  <dcterms:modified xsi:type="dcterms:W3CDTF">2025-09-29T11:39:21Z</dcterms:modified>
</cp:coreProperties>
</file>