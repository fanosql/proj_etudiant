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6858000" cy="9906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00" d="100"/>
          <a:sy n="200" d="100"/>
        </p:scale>
        <p:origin x="43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2DB75-4734-4184-A35E-231DE5639538}" type="datetimeFigureOut">
              <a:rPr lang="fr-FR" smtClean="0"/>
              <a:t>23/09/2025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770313" y="857250"/>
            <a:ext cx="16033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BDB753-160E-407B-A3FB-44F99C1865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06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A7F73-1C2F-40AA-BA24-33AE95725783}" type="datetime1">
              <a:rPr lang="fr-FR" smtClean="0"/>
              <a:t>23/09/2025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580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9997-7719-4644-943A-E9A5FCD21853}" type="datetime1">
              <a:rPr lang="fr-FR" smtClean="0"/>
              <a:t>23/09/2025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9682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9F5A-5D97-4CFF-813F-2B938ABB278A}" type="datetime1">
              <a:rPr lang="fr-FR" smtClean="0"/>
              <a:t>23/09/2025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448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1119C-78EC-4C3C-BD6E-AB1878A94503}" type="datetime1">
              <a:rPr lang="fr-FR" smtClean="0"/>
              <a:t>23/09/2025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600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94C79-8C79-4AFC-83DA-AE1D59C8554A}" type="datetime1">
              <a:rPr lang="fr-FR" smtClean="0"/>
              <a:t>23/09/2025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610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E494-CCB8-4458-9D5C-D1269368A75D}" type="datetime1">
              <a:rPr lang="fr-FR" smtClean="0"/>
              <a:t>23/09/2025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5149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FA0F2-6F09-4B13-AC5A-1957D20B89F8}" type="datetime1">
              <a:rPr lang="fr-FR" smtClean="0"/>
              <a:t>23/09/2025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909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C94FC-BFAD-4864-A088-B3A69F8E43C9}" type="datetime1">
              <a:rPr lang="fr-FR" smtClean="0"/>
              <a:t>23/09/2025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3939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A104-70C2-4DC7-8BE1-4F770D594DF1}" type="datetime1">
              <a:rPr lang="fr-FR" smtClean="0"/>
              <a:t>23/09/2025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2459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81BB-362E-44E9-B030-5AF00EF6F01E}" type="datetime1">
              <a:rPr lang="fr-FR" smtClean="0"/>
              <a:t>23/09/2025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954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E07FF-5ACE-4E80-8642-017B20D66958}" type="datetime1">
              <a:rPr lang="fr-FR" smtClean="0"/>
              <a:t>23/09/2025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729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43CE5-09C4-4ED9-929B-DC8110C5617D}" type="datetime1">
              <a:rPr lang="fr-FR" smtClean="0"/>
              <a:t>23/09/2025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Exercice d'analyse n°2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E84CC4-3888-4C5C-A356-6EF48E769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9932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B4E256-D817-2210-686F-86699B26FF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Exercice d’analyse n°2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BF66D1-CAA1-7BB4-5595-1E2AEAB1D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664456"/>
          </a:xfrm>
        </p:spPr>
        <p:txBody>
          <a:bodyPr/>
          <a:lstStyle/>
          <a:p>
            <a:r>
              <a:rPr lang="fr-FR" dirty="0"/>
              <a:t>Extraire / Numériser un document en vue de créer une application ?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181BD92-DB28-A31C-CB6E-E95381CF6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A9E412-61DD-F69E-EC8F-E510625B6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1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C54400-9CDE-DFBA-9C8C-AD22F98D716E}"/>
              </a:ext>
            </a:extLst>
          </p:cNvPr>
          <p:cNvSpPr/>
          <p:nvPr/>
        </p:nvSpPr>
        <p:spPr>
          <a:xfrm>
            <a:off x="857250" y="2400300"/>
            <a:ext cx="5113020" cy="128778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Micro Projet SARL DIMMAS</a:t>
            </a:r>
          </a:p>
        </p:txBody>
      </p:sp>
    </p:spTree>
    <p:extLst>
      <p:ext uri="{BB962C8B-B14F-4D97-AF65-F5344CB8AC3E}">
        <p14:creationId xmlns:p14="http://schemas.microsoft.com/office/powerpoint/2010/main" val="3084986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684428-514C-0A95-5E18-413AEF2BF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Analyser un document quelconque dans le S.I de l’entreprise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0CB90D-A190-C3C5-6B0C-39C32996F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2095006"/>
          </a:xfrm>
        </p:spPr>
        <p:txBody>
          <a:bodyPr/>
          <a:lstStyle/>
          <a:p>
            <a:pPr algn="just"/>
            <a:r>
              <a:rPr lang="fr-FR" dirty="0"/>
              <a:t>A partir du document en page suivante,</a:t>
            </a:r>
          </a:p>
          <a:p>
            <a:pPr algn="just"/>
            <a:r>
              <a:rPr lang="fr-FR" dirty="0"/>
              <a:t>Pensez-vous qu’il est possible de le numériser : le transformer en application ?</a:t>
            </a:r>
          </a:p>
          <a:p>
            <a:pPr algn="just"/>
            <a:r>
              <a:rPr lang="fr-FR" dirty="0"/>
              <a:t>Tout d’abord ne faudrait-il pas l’analyser afin de définir les entités (freestyle…) 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69710B-F58F-1811-5CC4-09AAAA6C4CC6}"/>
              </a:ext>
            </a:extLst>
          </p:cNvPr>
          <p:cNvSpPr/>
          <p:nvPr/>
        </p:nvSpPr>
        <p:spPr>
          <a:xfrm>
            <a:off x="471488" y="4953000"/>
            <a:ext cx="6104572" cy="37185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dirty="0"/>
              <a:t>Combien de documents, en tout genre, sont créés par une entreprise ? Combien de ces documents sont « automatisables » et donc possibles de les rendre « dynamique » afin de les dupliquer à volonté… « façon webisée… » ? </a:t>
            </a:r>
          </a:p>
          <a:p>
            <a:pPr algn="just"/>
            <a:endParaRPr lang="fr-FR" dirty="0"/>
          </a:p>
          <a:p>
            <a:pPr algn="just"/>
            <a:r>
              <a:rPr lang="fr-FR" dirty="0"/>
              <a:t>Outre l’I.A (en mesure en effet de réaliser ces quelques tâches… ), le développeur est un ANALYSTE en puissance, LA personne en mesure de permettre la transformation digitale d’une entreprise !</a:t>
            </a:r>
          </a:p>
          <a:p>
            <a:pPr algn="just"/>
            <a:endParaRPr lang="fr-FR" dirty="0"/>
          </a:p>
          <a:p>
            <a:pPr algn="just"/>
            <a:r>
              <a:rPr lang="fr-FR" dirty="0"/>
              <a:t>En plus de la progression de l’I.A cette transformation digitale ne fera que s’accélérer en des temps records…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A698B1-43CF-4EE2-5A43-FDE48BCF6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79717E-E506-FD6C-6310-C00C07253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8393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152EA3DA-FA2A-2464-147A-2C73DCE4F2A2}"/>
              </a:ext>
            </a:extLst>
          </p:cNvPr>
          <p:cNvGrpSpPr/>
          <p:nvPr/>
        </p:nvGrpSpPr>
        <p:grpSpPr>
          <a:xfrm>
            <a:off x="0" y="0"/>
            <a:ext cx="6826617" cy="9779371"/>
            <a:chOff x="0" y="0"/>
            <a:chExt cx="6826617" cy="9779371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96757B8E-54F3-0E33-C681-9394A73D5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968" t="25595" r="21505" b="5587"/>
            <a:stretch>
              <a:fillRect/>
            </a:stretch>
          </p:blipFill>
          <p:spPr>
            <a:xfrm>
              <a:off x="0" y="0"/>
              <a:ext cx="6826617" cy="5560142"/>
            </a:xfrm>
            <a:prstGeom prst="rect">
              <a:avLst/>
            </a:prstGeom>
          </p:spPr>
        </p:pic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4A7677BC-322A-E6C9-459C-31297A517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2059" t="39137" r="23524" b="8123"/>
            <a:stretch>
              <a:fillRect/>
            </a:stretch>
          </p:blipFill>
          <p:spPr>
            <a:xfrm>
              <a:off x="160020" y="5560142"/>
              <a:ext cx="6377940" cy="4219229"/>
            </a:xfrm>
            <a:prstGeom prst="rect">
              <a:avLst/>
            </a:prstGeom>
          </p:spPr>
        </p:pic>
      </p:grp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B29CF2DF-56EE-B5A1-D768-D68140FF6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9E69D11-A8B6-4BC3-B7CE-60A9932F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2806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E4E24D-9A96-A9F7-628C-33B1A4309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Taches à réaliser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4BEB41-8DB9-9D41-EDD1-768FD19D7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3017026"/>
          </a:xfrm>
        </p:spPr>
        <p:txBody>
          <a:bodyPr/>
          <a:lstStyle/>
          <a:p>
            <a:pPr algn="just"/>
            <a:r>
              <a:rPr lang="fr-FR" dirty="0"/>
              <a:t>Extraire du précédent document :</a:t>
            </a:r>
          </a:p>
          <a:p>
            <a:pPr lvl="1" algn="just"/>
            <a:r>
              <a:rPr lang="fr-FR" dirty="0"/>
              <a:t>Dictionnaire de données,</a:t>
            </a:r>
          </a:p>
          <a:p>
            <a:pPr lvl="1" algn="just"/>
            <a:r>
              <a:rPr lang="fr-FR" dirty="0"/>
              <a:t>Entités,</a:t>
            </a:r>
          </a:p>
          <a:p>
            <a:pPr lvl="1" algn="just"/>
            <a:r>
              <a:rPr lang="fr-FR" dirty="0"/>
              <a:t>Eléments U.I (balise html…, form,…) : globalement comment on pourrait permettre de créer au moins 1 facture ou devis à une personne de l’entreprise…</a:t>
            </a:r>
          </a:p>
          <a:p>
            <a:pPr algn="just"/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DD29A6-A0B1-2508-E993-64679F892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Exercice d'analyse n°2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CD4BA7B-7E01-0C76-073E-26A6DFBD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4CC4-3888-4C5C-A356-6EF48E769829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963192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238</Words>
  <Application>Microsoft Office PowerPoint</Application>
  <PresentationFormat>Format A4 (210 x 297 mm)</PresentationFormat>
  <Paragraphs>25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Thème Office</vt:lpstr>
      <vt:lpstr>Exercice d’analyse n°2</vt:lpstr>
      <vt:lpstr>Analyser un document quelconque dans le S.I de l’entreprise ?</vt:lpstr>
      <vt:lpstr>Présentation PowerPoint</vt:lpstr>
      <vt:lpstr>Taches à réaliser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Stephane MONTET</dc:creator>
  <cp:lastModifiedBy>Stephane MONTET</cp:lastModifiedBy>
  <cp:revision>8</cp:revision>
  <dcterms:created xsi:type="dcterms:W3CDTF">2025-09-22T14:46:36Z</dcterms:created>
  <dcterms:modified xsi:type="dcterms:W3CDTF">2025-09-23T14:32:55Z</dcterms:modified>
</cp:coreProperties>
</file>