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3CC9A4-BD40-427F-97FF-58960B477D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9A3142-B678-4750-8603-2C30CF3FB43E}">
      <dgm:prSet/>
      <dgm:spPr/>
      <dgm:t>
        <a:bodyPr/>
        <a:lstStyle/>
        <a:p>
          <a:r>
            <a:rPr lang="fr-FR"/>
            <a:t>Contient les éléments du projet dont : du code SQL pour générer les tables,</a:t>
          </a:r>
          <a:endParaRPr lang="en-US"/>
        </a:p>
      </dgm:t>
    </dgm:pt>
    <dgm:pt modelId="{8D1665A2-48CE-4437-B94D-439B553B3FDF}" type="parTrans" cxnId="{A36908CD-2549-4A18-9E92-CB3AE117F1A5}">
      <dgm:prSet/>
      <dgm:spPr/>
      <dgm:t>
        <a:bodyPr/>
        <a:lstStyle/>
        <a:p>
          <a:endParaRPr lang="en-US"/>
        </a:p>
      </dgm:t>
    </dgm:pt>
    <dgm:pt modelId="{060EF0EE-8CBD-42E6-AB2D-239F784E021C}" type="sibTrans" cxnId="{A36908CD-2549-4A18-9E92-CB3AE117F1A5}">
      <dgm:prSet/>
      <dgm:spPr/>
      <dgm:t>
        <a:bodyPr/>
        <a:lstStyle/>
        <a:p>
          <a:endParaRPr lang="en-US"/>
        </a:p>
      </dgm:t>
    </dgm:pt>
    <dgm:pt modelId="{749F6E2F-2C5A-4963-A8CE-2ADB5EC15DBB}">
      <dgm:prSet/>
      <dgm:spPr/>
      <dgm:t>
        <a:bodyPr/>
        <a:lstStyle/>
        <a:p>
          <a:r>
            <a:rPr lang="fr-FR"/>
            <a:t>Créer la base « client_app »+ton nom (sans espace),</a:t>
          </a:r>
          <a:endParaRPr lang="en-US"/>
        </a:p>
      </dgm:t>
    </dgm:pt>
    <dgm:pt modelId="{5F834AE0-9359-4E4D-AE11-FF032488E4C7}" type="parTrans" cxnId="{AD79F199-0C57-414B-ADDC-9A86DC2383C5}">
      <dgm:prSet/>
      <dgm:spPr/>
      <dgm:t>
        <a:bodyPr/>
        <a:lstStyle/>
        <a:p>
          <a:endParaRPr lang="en-US"/>
        </a:p>
      </dgm:t>
    </dgm:pt>
    <dgm:pt modelId="{F056968F-74A9-4E30-A104-54D8D8D890E1}" type="sibTrans" cxnId="{AD79F199-0C57-414B-ADDC-9A86DC2383C5}">
      <dgm:prSet/>
      <dgm:spPr/>
      <dgm:t>
        <a:bodyPr/>
        <a:lstStyle/>
        <a:p>
          <a:endParaRPr lang="en-US"/>
        </a:p>
      </dgm:t>
    </dgm:pt>
    <dgm:pt modelId="{64209C1A-B5DC-4FCC-A92B-C9F31C3EEC34}">
      <dgm:prSet/>
      <dgm:spPr/>
      <dgm:t>
        <a:bodyPr/>
        <a:lstStyle/>
        <a:p>
          <a:r>
            <a:rPr lang="fr-FR"/>
            <a:t>Créer au moins 1 dictionnaire de données,</a:t>
          </a:r>
          <a:endParaRPr lang="en-US"/>
        </a:p>
      </dgm:t>
    </dgm:pt>
    <dgm:pt modelId="{6E16D5E1-20AE-4009-90FE-226EA11AF66B}" type="parTrans" cxnId="{663479D3-CC36-45EF-8A7A-B16E8CA2D303}">
      <dgm:prSet/>
      <dgm:spPr/>
      <dgm:t>
        <a:bodyPr/>
        <a:lstStyle/>
        <a:p>
          <a:endParaRPr lang="en-US"/>
        </a:p>
      </dgm:t>
    </dgm:pt>
    <dgm:pt modelId="{AAFE14FD-8E70-43CE-89AE-E13AA263724D}" type="sibTrans" cxnId="{663479D3-CC36-45EF-8A7A-B16E8CA2D303}">
      <dgm:prSet/>
      <dgm:spPr/>
      <dgm:t>
        <a:bodyPr/>
        <a:lstStyle/>
        <a:p>
          <a:endParaRPr lang="en-US"/>
        </a:p>
      </dgm:t>
    </dgm:pt>
    <dgm:pt modelId="{B9222CB0-92BF-4BAB-B074-DE7DC4C6D566}">
      <dgm:prSet/>
      <dgm:spPr/>
      <dgm:t>
        <a:bodyPr/>
        <a:lstStyle/>
        <a:p>
          <a:r>
            <a:rPr lang="fr-FR"/>
            <a:t>Créer le MCD de l’application,</a:t>
          </a:r>
          <a:endParaRPr lang="en-US"/>
        </a:p>
      </dgm:t>
    </dgm:pt>
    <dgm:pt modelId="{D032639E-2862-497A-8807-99E1D691800F}" type="parTrans" cxnId="{A4469D21-A2B2-428D-B788-67C2142798BE}">
      <dgm:prSet/>
      <dgm:spPr/>
      <dgm:t>
        <a:bodyPr/>
        <a:lstStyle/>
        <a:p>
          <a:endParaRPr lang="en-US"/>
        </a:p>
      </dgm:t>
    </dgm:pt>
    <dgm:pt modelId="{F251B61D-4D67-4525-8A66-837A1E832EF5}" type="sibTrans" cxnId="{A4469D21-A2B2-428D-B788-67C2142798BE}">
      <dgm:prSet/>
      <dgm:spPr/>
      <dgm:t>
        <a:bodyPr/>
        <a:lstStyle/>
        <a:p>
          <a:endParaRPr lang="en-US"/>
        </a:p>
      </dgm:t>
    </dgm:pt>
    <dgm:pt modelId="{D319FCA8-86C5-4F94-8C90-0633E3B8858B}" type="pres">
      <dgm:prSet presAssocID="{153CC9A4-BD40-427F-97FF-58960B477D25}" presName="root" presStyleCnt="0">
        <dgm:presLayoutVars>
          <dgm:dir/>
          <dgm:resizeHandles val="exact"/>
        </dgm:presLayoutVars>
      </dgm:prSet>
      <dgm:spPr/>
    </dgm:pt>
    <dgm:pt modelId="{345EF372-96C1-411A-8102-C2E4FB1242FB}" type="pres">
      <dgm:prSet presAssocID="{699A3142-B678-4750-8603-2C30CF3FB43E}" presName="compNode" presStyleCnt="0"/>
      <dgm:spPr/>
    </dgm:pt>
    <dgm:pt modelId="{6147368F-8E93-42A6-9D7B-2DDE85F465F4}" type="pres">
      <dgm:prSet presAssocID="{699A3142-B678-4750-8603-2C30CF3FB43E}" presName="bgRect" presStyleLbl="bgShp" presStyleIdx="0" presStyleCnt="4"/>
      <dgm:spPr/>
    </dgm:pt>
    <dgm:pt modelId="{474B8C68-5DC0-44D0-987A-730D04EC7374}" type="pres">
      <dgm:prSet presAssocID="{699A3142-B678-4750-8603-2C30CF3FB4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787A6587-3CE3-4327-8A0E-538E9D47C393}" type="pres">
      <dgm:prSet presAssocID="{699A3142-B678-4750-8603-2C30CF3FB43E}" presName="spaceRect" presStyleCnt="0"/>
      <dgm:spPr/>
    </dgm:pt>
    <dgm:pt modelId="{841B33E8-1E0C-404C-B95A-008A57E6DE7F}" type="pres">
      <dgm:prSet presAssocID="{699A3142-B678-4750-8603-2C30CF3FB43E}" presName="parTx" presStyleLbl="revTx" presStyleIdx="0" presStyleCnt="4">
        <dgm:presLayoutVars>
          <dgm:chMax val="0"/>
          <dgm:chPref val="0"/>
        </dgm:presLayoutVars>
      </dgm:prSet>
      <dgm:spPr/>
    </dgm:pt>
    <dgm:pt modelId="{B1361C11-ED13-44E6-99A0-BD1438C06840}" type="pres">
      <dgm:prSet presAssocID="{060EF0EE-8CBD-42E6-AB2D-239F784E021C}" presName="sibTrans" presStyleCnt="0"/>
      <dgm:spPr/>
    </dgm:pt>
    <dgm:pt modelId="{32FA0180-B276-46EA-9E7A-2F194B080D05}" type="pres">
      <dgm:prSet presAssocID="{749F6E2F-2C5A-4963-A8CE-2ADB5EC15DBB}" presName="compNode" presStyleCnt="0"/>
      <dgm:spPr/>
    </dgm:pt>
    <dgm:pt modelId="{5E3E810D-E80C-4EA1-A35E-6E7CD21B14DA}" type="pres">
      <dgm:prSet presAssocID="{749F6E2F-2C5A-4963-A8CE-2ADB5EC15DBB}" presName="bgRect" presStyleLbl="bgShp" presStyleIdx="1" presStyleCnt="4"/>
      <dgm:spPr/>
    </dgm:pt>
    <dgm:pt modelId="{2FBADB4F-7977-49D9-85F3-7CEE16F523F3}" type="pres">
      <dgm:prSet presAssocID="{749F6E2F-2C5A-4963-A8CE-2ADB5EC15D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E3840369-8CD9-490A-91C8-A9DAE098B000}" type="pres">
      <dgm:prSet presAssocID="{749F6E2F-2C5A-4963-A8CE-2ADB5EC15DBB}" presName="spaceRect" presStyleCnt="0"/>
      <dgm:spPr/>
    </dgm:pt>
    <dgm:pt modelId="{6CB096F1-B938-4168-95E3-EB401F566DB9}" type="pres">
      <dgm:prSet presAssocID="{749F6E2F-2C5A-4963-A8CE-2ADB5EC15DBB}" presName="parTx" presStyleLbl="revTx" presStyleIdx="1" presStyleCnt="4">
        <dgm:presLayoutVars>
          <dgm:chMax val="0"/>
          <dgm:chPref val="0"/>
        </dgm:presLayoutVars>
      </dgm:prSet>
      <dgm:spPr/>
    </dgm:pt>
    <dgm:pt modelId="{6FDD11B0-B306-4209-A8B9-D2CBA470BF8D}" type="pres">
      <dgm:prSet presAssocID="{F056968F-74A9-4E30-A104-54D8D8D890E1}" presName="sibTrans" presStyleCnt="0"/>
      <dgm:spPr/>
    </dgm:pt>
    <dgm:pt modelId="{3BE821BE-D148-40D2-8BFF-EBB51F1711F0}" type="pres">
      <dgm:prSet presAssocID="{64209C1A-B5DC-4FCC-A92B-C9F31C3EEC34}" presName="compNode" presStyleCnt="0"/>
      <dgm:spPr/>
    </dgm:pt>
    <dgm:pt modelId="{7CD8BC0E-683E-4D31-B380-377474819EBF}" type="pres">
      <dgm:prSet presAssocID="{64209C1A-B5DC-4FCC-A92B-C9F31C3EEC34}" presName="bgRect" presStyleLbl="bgShp" presStyleIdx="2" presStyleCnt="4"/>
      <dgm:spPr/>
    </dgm:pt>
    <dgm:pt modelId="{BDF3F8D9-E629-40D5-84EB-0F88C4EA3A05}" type="pres">
      <dgm:prSet presAssocID="{64209C1A-B5DC-4FCC-A92B-C9F31C3EEC3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4CE89FD-C965-45E4-B09B-FAB48C438D51}" type="pres">
      <dgm:prSet presAssocID="{64209C1A-B5DC-4FCC-A92B-C9F31C3EEC34}" presName="spaceRect" presStyleCnt="0"/>
      <dgm:spPr/>
    </dgm:pt>
    <dgm:pt modelId="{2A7602A0-81F6-48E6-8D32-186E15DF7200}" type="pres">
      <dgm:prSet presAssocID="{64209C1A-B5DC-4FCC-A92B-C9F31C3EEC34}" presName="parTx" presStyleLbl="revTx" presStyleIdx="2" presStyleCnt="4">
        <dgm:presLayoutVars>
          <dgm:chMax val="0"/>
          <dgm:chPref val="0"/>
        </dgm:presLayoutVars>
      </dgm:prSet>
      <dgm:spPr/>
    </dgm:pt>
    <dgm:pt modelId="{FF19A389-BA76-4AB5-9275-65982670A74B}" type="pres">
      <dgm:prSet presAssocID="{AAFE14FD-8E70-43CE-89AE-E13AA263724D}" presName="sibTrans" presStyleCnt="0"/>
      <dgm:spPr/>
    </dgm:pt>
    <dgm:pt modelId="{17B419A9-D000-40A6-B9D9-B58255DAACCD}" type="pres">
      <dgm:prSet presAssocID="{B9222CB0-92BF-4BAB-B074-DE7DC4C6D566}" presName="compNode" presStyleCnt="0"/>
      <dgm:spPr/>
    </dgm:pt>
    <dgm:pt modelId="{5DA99A9A-D3DB-4866-BF37-515BCD6F3D08}" type="pres">
      <dgm:prSet presAssocID="{B9222CB0-92BF-4BAB-B074-DE7DC4C6D566}" presName="bgRect" presStyleLbl="bgShp" presStyleIdx="3" presStyleCnt="4"/>
      <dgm:spPr/>
    </dgm:pt>
    <dgm:pt modelId="{E73EC557-B4B8-4E28-85F8-9AF1A050355F}" type="pres">
      <dgm:prSet presAssocID="{B9222CB0-92BF-4BAB-B074-DE7DC4C6D5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yon"/>
        </a:ext>
      </dgm:extLst>
    </dgm:pt>
    <dgm:pt modelId="{40728314-39D0-4BB3-9F4A-A37822916C12}" type="pres">
      <dgm:prSet presAssocID="{B9222CB0-92BF-4BAB-B074-DE7DC4C6D566}" presName="spaceRect" presStyleCnt="0"/>
      <dgm:spPr/>
    </dgm:pt>
    <dgm:pt modelId="{4460A827-40B0-4BEF-A11B-77CFA3404A44}" type="pres">
      <dgm:prSet presAssocID="{B9222CB0-92BF-4BAB-B074-DE7DC4C6D56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4469D21-A2B2-428D-B788-67C2142798BE}" srcId="{153CC9A4-BD40-427F-97FF-58960B477D25}" destId="{B9222CB0-92BF-4BAB-B074-DE7DC4C6D566}" srcOrd="3" destOrd="0" parTransId="{D032639E-2862-497A-8807-99E1D691800F}" sibTransId="{F251B61D-4D67-4525-8A66-837A1E832EF5}"/>
    <dgm:cxn modelId="{E60A4F5F-EA62-4D52-B5E1-DDC1D9857DFB}" type="presOf" srcId="{749F6E2F-2C5A-4963-A8CE-2ADB5EC15DBB}" destId="{6CB096F1-B938-4168-95E3-EB401F566DB9}" srcOrd="0" destOrd="0" presId="urn:microsoft.com/office/officeart/2018/2/layout/IconVerticalSolidList"/>
    <dgm:cxn modelId="{C99E1C45-005B-44EE-A55D-8E502BA37825}" type="presOf" srcId="{B9222CB0-92BF-4BAB-B074-DE7DC4C6D566}" destId="{4460A827-40B0-4BEF-A11B-77CFA3404A44}" srcOrd="0" destOrd="0" presId="urn:microsoft.com/office/officeart/2018/2/layout/IconVerticalSolidList"/>
    <dgm:cxn modelId="{D6E05A7D-F0D8-4BD9-9CCC-A7568BD1BED3}" type="presOf" srcId="{64209C1A-B5DC-4FCC-A92B-C9F31C3EEC34}" destId="{2A7602A0-81F6-48E6-8D32-186E15DF7200}" srcOrd="0" destOrd="0" presId="urn:microsoft.com/office/officeart/2018/2/layout/IconVerticalSolidList"/>
    <dgm:cxn modelId="{AD79F199-0C57-414B-ADDC-9A86DC2383C5}" srcId="{153CC9A4-BD40-427F-97FF-58960B477D25}" destId="{749F6E2F-2C5A-4963-A8CE-2ADB5EC15DBB}" srcOrd="1" destOrd="0" parTransId="{5F834AE0-9359-4E4D-AE11-FF032488E4C7}" sibTransId="{F056968F-74A9-4E30-A104-54D8D8D890E1}"/>
    <dgm:cxn modelId="{5574DBC6-502E-41C3-B372-CB3C2954E9EC}" type="presOf" srcId="{699A3142-B678-4750-8603-2C30CF3FB43E}" destId="{841B33E8-1E0C-404C-B95A-008A57E6DE7F}" srcOrd="0" destOrd="0" presId="urn:microsoft.com/office/officeart/2018/2/layout/IconVerticalSolidList"/>
    <dgm:cxn modelId="{A36908CD-2549-4A18-9E92-CB3AE117F1A5}" srcId="{153CC9A4-BD40-427F-97FF-58960B477D25}" destId="{699A3142-B678-4750-8603-2C30CF3FB43E}" srcOrd="0" destOrd="0" parTransId="{8D1665A2-48CE-4437-B94D-439B553B3FDF}" sibTransId="{060EF0EE-8CBD-42E6-AB2D-239F784E021C}"/>
    <dgm:cxn modelId="{663479D3-CC36-45EF-8A7A-B16E8CA2D303}" srcId="{153CC9A4-BD40-427F-97FF-58960B477D25}" destId="{64209C1A-B5DC-4FCC-A92B-C9F31C3EEC34}" srcOrd="2" destOrd="0" parTransId="{6E16D5E1-20AE-4009-90FE-226EA11AF66B}" sibTransId="{AAFE14FD-8E70-43CE-89AE-E13AA263724D}"/>
    <dgm:cxn modelId="{7091B2E2-A2C8-4D2F-AC9C-35CB96CEE217}" type="presOf" srcId="{153CC9A4-BD40-427F-97FF-58960B477D25}" destId="{D319FCA8-86C5-4F94-8C90-0633E3B8858B}" srcOrd="0" destOrd="0" presId="urn:microsoft.com/office/officeart/2018/2/layout/IconVerticalSolidList"/>
    <dgm:cxn modelId="{A834CB0C-AF7A-410E-8611-0652C9867FFA}" type="presParOf" srcId="{D319FCA8-86C5-4F94-8C90-0633E3B8858B}" destId="{345EF372-96C1-411A-8102-C2E4FB1242FB}" srcOrd="0" destOrd="0" presId="urn:microsoft.com/office/officeart/2018/2/layout/IconVerticalSolidList"/>
    <dgm:cxn modelId="{43999672-3386-4CC2-AE0C-0CD54A3077C0}" type="presParOf" srcId="{345EF372-96C1-411A-8102-C2E4FB1242FB}" destId="{6147368F-8E93-42A6-9D7B-2DDE85F465F4}" srcOrd="0" destOrd="0" presId="urn:microsoft.com/office/officeart/2018/2/layout/IconVerticalSolidList"/>
    <dgm:cxn modelId="{D3911190-3F49-4E10-906A-F0A019FC4251}" type="presParOf" srcId="{345EF372-96C1-411A-8102-C2E4FB1242FB}" destId="{474B8C68-5DC0-44D0-987A-730D04EC7374}" srcOrd="1" destOrd="0" presId="urn:microsoft.com/office/officeart/2018/2/layout/IconVerticalSolidList"/>
    <dgm:cxn modelId="{568D5F2F-BB70-4BB0-B5F6-8964343D7C77}" type="presParOf" srcId="{345EF372-96C1-411A-8102-C2E4FB1242FB}" destId="{787A6587-3CE3-4327-8A0E-538E9D47C393}" srcOrd="2" destOrd="0" presId="urn:microsoft.com/office/officeart/2018/2/layout/IconVerticalSolidList"/>
    <dgm:cxn modelId="{099FE48F-8C46-4DEF-931C-334F71206B8A}" type="presParOf" srcId="{345EF372-96C1-411A-8102-C2E4FB1242FB}" destId="{841B33E8-1E0C-404C-B95A-008A57E6DE7F}" srcOrd="3" destOrd="0" presId="urn:microsoft.com/office/officeart/2018/2/layout/IconVerticalSolidList"/>
    <dgm:cxn modelId="{EECD10AA-007F-4ACF-A00A-ADC4740F167C}" type="presParOf" srcId="{D319FCA8-86C5-4F94-8C90-0633E3B8858B}" destId="{B1361C11-ED13-44E6-99A0-BD1438C06840}" srcOrd="1" destOrd="0" presId="urn:microsoft.com/office/officeart/2018/2/layout/IconVerticalSolidList"/>
    <dgm:cxn modelId="{93636CDC-2574-4E8D-ACC0-314583454607}" type="presParOf" srcId="{D319FCA8-86C5-4F94-8C90-0633E3B8858B}" destId="{32FA0180-B276-46EA-9E7A-2F194B080D05}" srcOrd="2" destOrd="0" presId="urn:microsoft.com/office/officeart/2018/2/layout/IconVerticalSolidList"/>
    <dgm:cxn modelId="{29BE1340-7355-4FD6-9EBF-57D9083BFEEF}" type="presParOf" srcId="{32FA0180-B276-46EA-9E7A-2F194B080D05}" destId="{5E3E810D-E80C-4EA1-A35E-6E7CD21B14DA}" srcOrd="0" destOrd="0" presId="urn:microsoft.com/office/officeart/2018/2/layout/IconVerticalSolidList"/>
    <dgm:cxn modelId="{64B1AFF9-9DEE-4865-8A36-89A9D26D5122}" type="presParOf" srcId="{32FA0180-B276-46EA-9E7A-2F194B080D05}" destId="{2FBADB4F-7977-49D9-85F3-7CEE16F523F3}" srcOrd="1" destOrd="0" presId="urn:microsoft.com/office/officeart/2018/2/layout/IconVerticalSolidList"/>
    <dgm:cxn modelId="{4B7F2518-EAE5-4112-8102-417FEB733809}" type="presParOf" srcId="{32FA0180-B276-46EA-9E7A-2F194B080D05}" destId="{E3840369-8CD9-490A-91C8-A9DAE098B000}" srcOrd="2" destOrd="0" presId="urn:microsoft.com/office/officeart/2018/2/layout/IconVerticalSolidList"/>
    <dgm:cxn modelId="{6E8D29F0-338F-44A9-923E-A1A7F05EE430}" type="presParOf" srcId="{32FA0180-B276-46EA-9E7A-2F194B080D05}" destId="{6CB096F1-B938-4168-95E3-EB401F566DB9}" srcOrd="3" destOrd="0" presId="urn:microsoft.com/office/officeart/2018/2/layout/IconVerticalSolidList"/>
    <dgm:cxn modelId="{1D5ACA66-FF70-4B7C-97DD-ADB6BCF4B7E0}" type="presParOf" srcId="{D319FCA8-86C5-4F94-8C90-0633E3B8858B}" destId="{6FDD11B0-B306-4209-A8B9-D2CBA470BF8D}" srcOrd="3" destOrd="0" presId="urn:microsoft.com/office/officeart/2018/2/layout/IconVerticalSolidList"/>
    <dgm:cxn modelId="{52FF0022-ADF1-4CC5-BD1B-92C89CBBEEFC}" type="presParOf" srcId="{D319FCA8-86C5-4F94-8C90-0633E3B8858B}" destId="{3BE821BE-D148-40D2-8BFF-EBB51F1711F0}" srcOrd="4" destOrd="0" presId="urn:microsoft.com/office/officeart/2018/2/layout/IconVerticalSolidList"/>
    <dgm:cxn modelId="{77F697B9-4702-47B0-8607-E7379EAF1E9E}" type="presParOf" srcId="{3BE821BE-D148-40D2-8BFF-EBB51F1711F0}" destId="{7CD8BC0E-683E-4D31-B380-377474819EBF}" srcOrd="0" destOrd="0" presId="urn:microsoft.com/office/officeart/2018/2/layout/IconVerticalSolidList"/>
    <dgm:cxn modelId="{83B0569A-0721-47F6-B0B0-6A328A0AFFE1}" type="presParOf" srcId="{3BE821BE-D148-40D2-8BFF-EBB51F1711F0}" destId="{BDF3F8D9-E629-40D5-84EB-0F88C4EA3A05}" srcOrd="1" destOrd="0" presId="urn:microsoft.com/office/officeart/2018/2/layout/IconVerticalSolidList"/>
    <dgm:cxn modelId="{355E6D10-1535-48F9-B3EC-80D24F63C21D}" type="presParOf" srcId="{3BE821BE-D148-40D2-8BFF-EBB51F1711F0}" destId="{44CE89FD-C965-45E4-B09B-FAB48C438D51}" srcOrd="2" destOrd="0" presId="urn:microsoft.com/office/officeart/2018/2/layout/IconVerticalSolidList"/>
    <dgm:cxn modelId="{28032C72-56EF-4321-B5B0-1AEAC0F2D41C}" type="presParOf" srcId="{3BE821BE-D148-40D2-8BFF-EBB51F1711F0}" destId="{2A7602A0-81F6-48E6-8D32-186E15DF7200}" srcOrd="3" destOrd="0" presId="urn:microsoft.com/office/officeart/2018/2/layout/IconVerticalSolidList"/>
    <dgm:cxn modelId="{881AC9C0-55DC-456B-8464-3857012B35E5}" type="presParOf" srcId="{D319FCA8-86C5-4F94-8C90-0633E3B8858B}" destId="{FF19A389-BA76-4AB5-9275-65982670A74B}" srcOrd="5" destOrd="0" presId="urn:microsoft.com/office/officeart/2018/2/layout/IconVerticalSolidList"/>
    <dgm:cxn modelId="{0AB280CA-76E1-469C-905C-F6852C38F184}" type="presParOf" srcId="{D319FCA8-86C5-4F94-8C90-0633E3B8858B}" destId="{17B419A9-D000-40A6-B9D9-B58255DAACCD}" srcOrd="6" destOrd="0" presId="urn:microsoft.com/office/officeart/2018/2/layout/IconVerticalSolidList"/>
    <dgm:cxn modelId="{92E22600-6987-4F2D-9EE7-04F3E8D52333}" type="presParOf" srcId="{17B419A9-D000-40A6-B9D9-B58255DAACCD}" destId="{5DA99A9A-D3DB-4866-BF37-515BCD6F3D08}" srcOrd="0" destOrd="0" presId="urn:microsoft.com/office/officeart/2018/2/layout/IconVerticalSolidList"/>
    <dgm:cxn modelId="{B1E707B3-AA9D-4B2E-9A51-C855008DB026}" type="presParOf" srcId="{17B419A9-D000-40A6-B9D9-B58255DAACCD}" destId="{E73EC557-B4B8-4E28-85F8-9AF1A050355F}" srcOrd="1" destOrd="0" presId="urn:microsoft.com/office/officeart/2018/2/layout/IconVerticalSolidList"/>
    <dgm:cxn modelId="{881A51FC-6A64-4DF5-A6EE-7444B3181CAB}" type="presParOf" srcId="{17B419A9-D000-40A6-B9D9-B58255DAACCD}" destId="{40728314-39D0-4BB3-9F4A-A37822916C12}" srcOrd="2" destOrd="0" presId="urn:microsoft.com/office/officeart/2018/2/layout/IconVerticalSolidList"/>
    <dgm:cxn modelId="{EA3903CB-0D15-4C82-BD8D-0E3426A46A63}" type="presParOf" srcId="{17B419A9-D000-40A6-B9D9-B58255DAACCD}" destId="{4460A827-40B0-4BEF-A11B-77CFA3404A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7368F-8E93-42A6-9D7B-2DDE85F465F4}">
      <dsp:nvSpPr>
        <dsp:cNvPr id="0" name=""/>
        <dsp:cNvSpPr/>
      </dsp:nvSpPr>
      <dsp:spPr>
        <a:xfrm>
          <a:off x="0" y="2439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B8C68-5DC0-44D0-987A-730D04EC7374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B33E8-1E0C-404C-B95A-008A57E6DE7F}">
      <dsp:nvSpPr>
        <dsp:cNvPr id="0" name=""/>
        <dsp:cNvSpPr/>
      </dsp:nvSpPr>
      <dsp:spPr>
        <a:xfrm>
          <a:off x="1428292" y="2439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Contient les éléments du projet dont : du code SQL pour générer les tables,</a:t>
          </a:r>
          <a:endParaRPr lang="en-US" sz="2200" kern="1200"/>
        </a:p>
      </dsp:txBody>
      <dsp:txXfrm>
        <a:off x="1428292" y="2439"/>
        <a:ext cx="3691758" cy="1236616"/>
      </dsp:txXfrm>
    </dsp:sp>
    <dsp:sp modelId="{5E3E810D-E80C-4EA1-A35E-6E7CD21B14DA}">
      <dsp:nvSpPr>
        <dsp:cNvPr id="0" name=""/>
        <dsp:cNvSpPr/>
      </dsp:nvSpPr>
      <dsp:spPr>
        <a:xfrm>
          <a:off x="0" y="1548210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ADB4F-7977-49D9-85F3-7CEE16F523F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096F1-B938-4168-95E3-EB401F566DB9}">
      <dsp:nvSpPr>
        <dsp:cNvPr id="0" name=""/>
        <dsp:cNvSpPr/>
      </dsp:nvSpPr>
      <dsp:spPr>
        <a:xfrm>
          <a:off x="1428292" y="1548210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Créer la base « client_app »+ton nom (sans espace),</a:t>
          </a:r>
          <a:endParaRPr lang="en-US" sz="2200" kern="1200"/>
        </a:p>
      </dsp:txBody>
      <dsp:txXfrm>
        <a:off x="1428292" y="1548210"/>
        <a:ext cx="3691758" cy="1236616"/>
      </dsp:txXfrm>
    </dsp:sp>
    <dsp:sp modelId="{7CD8BC0E-683E-4D31-B380-377474819EBF}">
      <dsp:nvSpPr>
        <dsp:cNvPr id="0" name=""/>
        <dsp:cNvSpPr/>
      </dsp:nvSpPr>
      <dsp:spPr>
        <a:xfrm>
          <a:off x="0" y="3093981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3F8D9-E629-40D5-84EB-0F88C4EA3A05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602A0-81F6-48E6-8D32-186E15DF7200}">
      <dsp:nvSpPr>
        <dsp:cNvPr id="0" name=""/>
        <dsp:cNvSpPr/>
      </dsp:nvSpPr>
      <dsp:spPr>
        <a:xfrm>
          <a:off x="1428292" y="3093981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Créer au moins 1 dictionnaire de données,</a:t>
          </a:r>
          <a:endParaRPr lang="en-US" sz="2200" kern="1200"/>
        </a:p>
      </dsp:txBody>
      <dsp:txXfrm>
        <a:off x="1428292" y="3093981"/>
        <a:ext cx="3691758" cy="1236616"/>
      </dsp:txXfrm>
    </dsp:sp>
    <dsp:sp modelId="{5DA99A9A-D3DB-4866-BF37-515BCD6F3D08}">
      <dsp:nvSpPr>
        <dsp:cNvPr id="0" name=""/>
        <dsp:cNvSpPr/>
      </dsp:nvSpPr>
      <dsp:spPr>
        <a:xfrm>
          <a:off x="0" y="4639752"/>
          <a:ext cx="512005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EC557-B4B8-4E28-85F8-9AF1A050355F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0A827-40B0-4BEF-A11B-77CFA3404A44}">
      <dsp:nvSpPr>
        <dsp:cNvPr id="0" name=""/>
        <dsp:cNvSpPr/>
      </dsp:nvSpPr>
      <dsp:spPr>
        <a:xfrm>
          <a:off x="1428292" y="4639752"/>
          <a:ext cx="369175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Créer le MCD de l’application,</a:t>
          </a:r>
          <a:endParaRPr lang="en-US" sz="2200" kern="1200"/>
        </a:p>
      </dsp:txBody>
      <dsp:txXfrm>
        <a:off x="1428292" y="4639752"/>
        <a:ext cx="369175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87B6E-07DD-46E0-88B9-87EDFB86E006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1FACF-838C-4303-A24E-32DD15AC6D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950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2C72-28C6-4016-9A33-C49D4A9ECCCA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96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50A79-7DB5-4A07-AD4C-ED21FDE8279D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85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5499-2A1A-4B2D-8240-5D8FD6296797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91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B82C0-6548-46F8-B41D-32F99E3AF68D}" type="datetime1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9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C01B-7565-4287-9CA6-EEE46014EE73}" type="datetime1">
              <a:rPr lang="fr-FR" smtClean="0"/>
              <a:t>01/10/2025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45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FABE-0CC9-44A2-A584-64FAD03A017F}" type="datetime1">
              <a:rPr lang="fr-FR" smtClean="0"/>
              <a:t>01/10/2025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9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39CF6-5AB7-416B-AE29-B7C7684BF783}" type="datetime1">
              <a:rPr lang="fr-FR" smtClean="0"/>
              <a:t>01/10/2025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32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06E5-F4C7-48BC-8741-BC91333602A3}" type="datetime1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84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BCAD-3E7D-4531-AC69-706934F5A294}" type="datetime1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10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7958-79C4-43B2-A0DD-5E97EC124D4F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106F-181A-4E13-AA2A-2470FE163037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99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5A8BE-8C0F-46B9-B248-E385411DDDB2}" type="datetime1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C079F-FC22-4AB3-8242-00A2BB61E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92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9905992" cy="4551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CB5B58-0A9B-FFD3-FAE6-1349FE04D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890" y="637762"/>
            <a:ext cx="8035460" cy="3574937"/>
          </a:xfrm>
        </p:spPr>
        <p:txBody>
          <a:bodyPr anchor="ctr">
            <a:normAutofit/>
          </a:bodyPr>
          <a:lstStyle/>
          <a:p>
            <a:pPr algn="l"/>
            <a:r>
              <a:rPr lang="fr-FR" sz="8000">
                <a:solidFill>
                  <a:schemeClr val="bg1"/>
                </a:solidFill>
              </a:rPr>
              <a:t>Mini Projet Client_Connexion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035"/>
            <a:ext cx="9905991" cy="2306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EFE75A-503D-CEEC-9A6B-CCCDCE746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890" y="5126354"/>
            <a:ext cx="7754625" cy="1088177"/>
          </a:xfrm>
        </p:spPr>
        <p:txBody>
          <a:bodyPr anchor="t">
            <a:normAutofit/>
          </a:bodyPr>
          <a:lstStyle/>
          <a:p>
            <a:pPr algn="l"/>
            <a:r>
              <a:rPr lang="fr-FR" sz="2300" dirty="0"/>
              <a:t>Objectifs : Utiliser $_GET et/ou </a:t>
            </a:r>
            <a:r>
              <a:rPr lang="fr-FR" sz="2300" dirty="0" err="1"/>
              <a:t>session_start</a:t>
            </a:r>
            <a:r>
              <a:rPr lang="fr-FR" sz="2300" dirty="0"/>
              <a:t>. Comprendre le principe de base des </a:t>
            </a:r>
            <a:r>
              <a:rPr lang="fr-FR" sz="2300" dirty="0" err="1"/>
              <a:t>foreign</a:t>
            </a:r>
            <a:r>
              <a:rPr lang="fr-FR" sz="2300" dirty="0"/>
              <a:t> key par programmation…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3458" y="4866503"/>
            <a:ext cx="371475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2040D2-EB06-5FDE-38C6-DDFFDDB9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FC2E4E-8568-3BD5-641D-F51019BC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29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-5705"/>
            <a:ext cx="9905992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500449-C426-F3BA-5B30-57818FDA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941" y="637762"/>
            <a:ext cx="8034403" cy="900131"/>
          </a:xfrm>
        </p:spPr>
        <p:txBody>
          <a:bodyPr anchor="t">
            <a:normAutofit/>
          </a:bodyPr>
          <a:lstStyle/>
          <a:p>
            <a:r>
              <a:rPr lang="fr-FR" sz="3600">
                <a:solidFill>
                  <a:schemeClr val="bg1"/>
                </a:solidFill>
              </a:rPr>
              <a:t>Description du besoin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905991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9941" y="2010758"/>
            <a:ext cx="37146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B2360E-BC24-1B4E-E9AE-0E7FEEB4B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882" y="2217343"/>
            <a:ext cx="8028226" cy="3959619"/>
          </a:xfrm>
        </p:spPr>
        <p:txBody>
          <a:bodyPr>
            <a:normAutofit/>
          </a:bodyPr>
          <a:lstStyle/>
          <a:p>
            <a:r>
              <a:rPr lang="fr-FR" sz="1700"/>
              <a:t>Créer une mini application simple en php procedurale, MySQL (mysqli, mysqli_connect) pour :</a:t>
            </a:r>
          </a:p>
          <a:p>
            <a:pPr lvl="1"/>
            <a:r>
              <a:rPr lang="fr-FR" sz="1700"/>
              <a:t>Se connecter à un espace client,</a:t>
            </a:r>
          </a:p>
          <a:p>
            <a:pPr lvl="1"/>
            <a:r>
              <a:rPr lang="fr-FR" sz="1700"/>
              <a:t>Journaliser (table journal) chaque connexion réussie (Foreign Key IdClient),</a:t>
            </a:r>
          </a:p>
          <a:p>
            <a:pPr lvl="1"/>
            <a:r>
              <a:rPr lang="fr-FR" sz="1700"/>
              <a:t>Lister les commandes d'un client,</a:t>
            </a:r>
          </a:p>
          <a:p>
            <a:pPr lvl="1"/>
            <a:r>
              <a:rPr lang="fr-FR" sz="1700"/>
              <a:t>Chaque clic sur une commande client, donne le détail de la commande : Référence produit, Description, Quantité, prix TTC.</a:t>
            </a:r>
          </a:p>
          <a:p>
            <a:pPr lvl="1"/>
            <a:r>
              <a:rPr lang="fr-FR" sz="1700"/>
              <a:t>Chaque clic sur une commande client, donne le détail de la livraison : adresse de livraison, date de livraison.</a:t>
            </a:r>
          </a:p>
          <a:p>
            <a:pPr lvl="1"/>
            <a:r>
              <a:rPr lang="fr-FR" sz="1700"/>
              <a:t>Un bouton se déconnecter permet de quitter la session, de journaliser la déconnexion dans la table journal.</a:t>
            </a:r>
          </a:p>
          <a:p>
            <a:endParaRPr lang="fr-FR" sz="1700"/>
          </a:p>
          <a:p>
            <a:r>
              <a:rPr lang="fr-FR" sz="1700"/>
              <a:t>Utilise bootstrap pour le CSS de l'application,</a:t>
            </a:r>
          </a:p>
          <a:p>
            <a:endParaRPr lang="fr-FR" sz="170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3A11EB-62E0-6B15-67C9-4EA1C276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2072D4-5F27-F705-B2AC-73BFD884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29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6177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24CF34-A110-782C-088F-F70471D4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306" y="381935"/>
            <a:ext cx="3256973" cy="5974414"/>
          </a:xfrm>
        </p:spPr>
        <p:txBody>
          <a:bodyPr anchor="ctr">
            <a:normAutofit/>
          </a:bodyPr>
          <a:lstStyle/>
          <a:p>
            <a:r>
              <a:rPr lang="fr-FR" sz="4500">
                <a:solidFill>
                  <a:srgbClr val="FFFFFF"/>
                </a:solidFill>
              </a:rPr>
              <a:t>Architecture du site web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87" y="554152"/>
            <a:ext cx="466519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0E3294-9BB8-6087-5BE1-6C1BEC200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501" y="518400"/>
            <a:ext cx="3876931" cy="5837949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client-app/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config/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│   └── db.php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assets/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│   └── bootstrap.min.css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login.php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dashboard.php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commande.php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logout.php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├── exercice.sql</a:t>
            </a:r>
          </a:p>
          <a:p>
            <a:r>
              <a:rPr lang="fr-FR" sz="1800">
                <a:solidFill>
                  <a:schemeClr val="tx1">
                    <a:alpha val="80000"/>
                  </a:schemeClr>
                </a:solidFill>
              </a:rPr>
              <a:t>└── tutoriel-bootstrap.md</a:t>
            </a:r>
          </a:p>
          <a:p>
            <a:endParaRPr lang="fr-FR" sz="18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1375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4CA0D8-482C-FD96-DF8A-E6C709DC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AD72CF-46C4-BDEF-0186-EF664448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23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906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905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593681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905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007482-D2C3-5C29-A815-3FEE68BC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7" y="5490971"/>
            <a:ext cx="565668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Maquette : login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3776E7-AB41-3263-2E86-03C25D1A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37" y="390832"/>
            <a:ext cx="8033978" cy="4519114"/>
          </a:xfrm>
          <a:prstGeom prst="rect">
            <a:avLst/>
          </a:prstGeom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CC3F97D9-9C02-DBC8-87E9-5A7EBF49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77BDADE-F483-F4FE-15B9-2E814907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96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905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04695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906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20778B0-096C-F132-8F73-3141418A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6" y="248038"/>
            <a:ext cx="573927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Maquette : liste des commandes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9336BDC-BE52-0707-D51A-0EB860752C7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9FA"/>
              </a:clrFrom>
              <a:clrTo>
                <a:srgbClr val="F8F9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1181" y="1907816"/>
            <a:ext cx="9203634" cy="26460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F777C5-4C1F-510C-8310-94350E0BE6EF}"/>
              </a:ext>
            </a:extLst>
          </p:cNvPr>
          <p:cNvSpPr/>
          <p:nvPr/>
        </p:nvSpPr>
        <p:spPr>
          <a:xfrm>
            <a:off x="1545995" y="4996207"/>
            <a:ext cx="7899661" cy="1432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Lorsque l’on clique sur « détails », on voit afficher le détail des commandes…</a:t>
            </a:r>
          </a:p>
          <a:p>
            <a:pPr algn="ctr"/>
            <a:r>
              <a:rPr lang="fr-FR" dirty="0"/>
              <a:t>Lorsqu’on clique sur « Se déconnecter », on détruit la session…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1399404-7D40-4188-76B9-8F53D685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31A81F8-A015-DD1B-B68F-0A58EF6B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15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905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04695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906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F53BC2-25E0-F1E5-4987-07CADF8E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6" y="248038"/>
            <a:ext cx="573927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Maquette : Détail des commandes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59B3A4-8438-3FBD-80FB-361D1B61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82" y="1655276"/>
            <a:ext cx="7530674" cy="44578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D6FA76-89C2-B9A8-9880-269F8145D9DF}"/>
              </a:ext>
            </a:extLst>
          </p:cNvPr>
          <p:cNvSpPr/>
          <p:nvPr/>
        </p:nvSpPr>
        <p:spPr>
          <a:xfrm>
            <a:off x="7833789" y="2366128"/>
            <a:ext cx="1827229" cy="3026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/>
              <a:t>Le bouton retour permet de revenir à la liste des commandes.</a:t>
            </a:r>
          </a:p>
          <a:p>
            <a:pPr algn="just"/>
            <a:r>
              <a:rPr lang="fr-FR" sz="1200" dirty="0"/>
              <a:t>Le total général se calcul comme étant la somme des totaux. Tu peux utiliser un tableau ou une requête (voir sql.sh  commande SELECT SUM)</a:t>
            </a:r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DD3101B3-A1DC-9C99-947B-255CAA8F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D85967B4-A129-033A-AC55-D7DB8C7F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61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905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04695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906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45F226-9A54-D34C-78C2-0B15AAA8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6" y="248038"/>
            <a:ext cx="573927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Joue le jeu, pas de Vibes !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5F69FF-A072-D974-1CB6-002CD5094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5155" y="390832"/>
            <a:ext cx="2627288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Pas de A.I</a:t>
            </a:r>
          </a:p>
        </p:txBody>
      </p:sp>
      <p:pic>
        <p:nvPicPr>
          <p:cNvPr id="7" name="Graphic 6" descr="Erreur">
            <a:extLst>
              <a:ext uri="{FF2B5EF4-FFF2-40B4-BE49-F238E27FC236}">
                <a16:creationId xmlns:a16="http://schemas.microsoft.com/office/drawing/2014/main" id="{87D5B52B-D562-F789-3F92-ECC5B2812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6919" y="1966293"/>
            <a:ext cx="4452160" cy="445216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03666B-EDE1-F65D-5FF3-4513896D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811D9-19C8-ED35-7FD5-8D197D17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08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7360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DAB886D-EE1B-70F7-9CF3-8D6B3121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1195697"/>
            <a:ext cx="2600325" cy="4238118"/>
          </a:xfrm>
        </p:spPr>
        <p:txBody>
          <a:bodyPr>
            <a:normAutofit/>
          </a:bodyPr>
          <a:lstStyle/>
          <a:p>
            <a:r>
              <a:rPr lang="fr-FR" sz="4100">
                <a:solidFill>
                  <a:schemeClr val="bg1"/>
                </a:solidFill>
              </a:rPr>
              <a:t>Le dossier « sources »</a:t>
            </a:r>
          </a:p>
        </p:txBody>
      </p:sp>
      <p:grpSp>
        <p:nvGrpSpPr>
          <p:cNvPr id="1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55207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086" y="4752208"/>
            <a:ext cx="296579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086" y="4752208"/>
            <a:ext cx="296579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39102" y="5539935"/>
            <a:ext cx="79232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CB791BB9-AB13-6067-D23F-02FEB7CDA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725108"/>
              </p:ext>
            </p:extLst>
          </p:nvPr>
        </p:nvGraphicFramePr>
        <p:xfrm>
          <a:off x="4455862" y="477540"/>
          <a:ext cx="512005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34AED8-5678-4BC0-E463-474E76C0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Exercice PHP - Session start $_GET Bootstrap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235CAC2-AF74-92F9-EA66-EB973EC7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079F-FC22-4AB3-8242-00A2BB61E3B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1083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411</Words>
  <Application>Microsoft Office PowerPoint</Application>
  <PresentationFormat>Format A4 (210 x 297 mm)</PresentationFormat>
  <Paragraphs>54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Mini Projet Client_Connexion</vt:lpstr>
      <vt:lpstr>Description du besoin</vt:lpstr>
      <vt:lpstr>Architecture du site web</vt:lpstr>
      <vt:lpstr>Maquette : login</vt:lpstr>
      <vt:lpstr>Maquette : liste des commandes</vt:lpstr>
      <vt:lpstr>Maquette : Détail des commandes</vt:lpstr>
      <vt:lpstr>Joue le jeu, pas de Vibes ! </vt:lpstr>
      <vt:lpstr>Le dossier « sources 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MONTET</dc:creator>
  <cp:lastModifiedBy>Stephane MONTET</cp:lastModifiedBy>
  <cp:revision>7</cp:revision>
  <dcterms:created xsi:type="dcterms:W3CDTF">2025-10-01T17:19:51Z</dcterms:created>
  <dcterms:modified xsi:type="dcterms:W3CDTF">2025-10-01T17:39:07Z</dcterms:modified>
</cp:coreProperties>
</file>